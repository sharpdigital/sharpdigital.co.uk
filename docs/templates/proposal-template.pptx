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P_PROPO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· #sharp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hoenixlab/Projects/sharp/sharpdigital-proposal-template/img/sharp_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365760"/>
            <a:ext cx="12801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[Project topic]</a:t>
            </a:r>
            <a:endParaRPr lang="en-US" sz="6000" dirty="0"/>
          </a:p>
        </p:txBody>
      </p:sp>
      <p:sp>
        <p:nvSpPr>
          <p:cNvPr id="4" name="Shape 1"/>
          <p:cNvSpPr/>
          <p:nvPr/>
        </p:nvSpPr>
        <p:spPr>
          <a:xfrm>
            <a:off x="822960" y="3611880"/>
            <a:ext cx="5486400" cy="54864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0" y="548640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[Client name]</a:t>
            </a:r>
            <a:pPr algn="r" indent="0" marL="0">
              <a:buNone/>
            </a:pP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[Proposal date]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About #sharp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About us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transformation consultancy bridging vision and execution.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combine deep business acumen with cutting-edge technical expertise.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Collaborative, data-driven, focused on sustainable, measurable results.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outcomes, measured in weeks — not vague programmes.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transformation framework grounded in twelve years of practice.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Robust, repeatable digital processes — not bespoke heroics.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name what is in scope, what is not, and why.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brief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[Problem statement — one line]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[Key goal 1 — what the client wants to achieve]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[Key goal 2]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[Scope boundary — what is in / out]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[Constraint or dependency the client flagged]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Proposed solutions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05156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 [Card title]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0594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7180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2. [Card title]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7180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7180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7180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5478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3. [Card title]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2064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2064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0362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4. [Card title]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6948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26948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6948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5246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418320" y="146304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5. [Card title]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418320" y="18745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[Description ≤ 15 words explaining the solution.]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3337560"/>
            <a:ext cx="1965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[outcome ≤ 10 words].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418320" y="5074920"/>
            <a:ext cx="196596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1832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[N] days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401300" y="5166360"/>
            <a:ext cx="982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£[N,NNN]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prices exclude VAT.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2743200" cy="36576"/>
          </a:xfrm>
          <a:prstGeom prst="rect">
            <a:avLst/>
          </a:prstGeom>
          <a:solidFill>
            <a:srgbClr val="D41F21"/>
          </a:solidFill>
          <a:ln w="12700">
            <a:solidFill>
              <a:srgbClr val="D41F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[Client action — e.g. confirm preferred option(s) by date]</a:t>
            </a:r>
            <a:pPr indent="0" marL="0">
              <a:spcAft>
                <a:spcPts val="1600"/>
              </a:spcAft>
              <a:buNone/>
            </a:pPr>
            <a:r>
              <a:rPr lang="en-US" sz="2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[#sharp action — e.g. kickoff workshop on agreed date]</a:t>
            </a:r>
            <a:pPr indent="0" marL="0">
              <a:spcAft>
                <a:spcPts val="1600"/>
              </a:spcAft>
              <a:buNone/>
            </a:pPr>
            <a:r>
              <a:rPr lang="en-US" sz="24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[Optional joint action]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[Name] · [email] · [booking link]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#sharp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#sharp · Proposal · Template</dc:title>
  <dc:subject>Proposal deck template</dc:subject>
  <dc:creator>PptxGenJS</dc:creator>
  <cp:lastModifiedBy>PptxGenJS</cp:lastModifiedBy>
  <cp:revision>1</cp:revision>
  <dcterms:created xsi:type="dcterms:W3CDTF">2026-05-05T05:48:54Z</dcterms:created>
  <dcterms:modified xsi:type="dcterms:W3CDTF">2026-05-05T05:48:54Z</dcterms:modified>
</cp:coreProperties>
</file>