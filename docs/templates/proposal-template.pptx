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ARP_PROPOS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#sharp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pic>
        <p:nvPicPr>
          <p:cNvPr id="3" name="Image 0" descr="/Users/phoenixlab/Projects/sharp/sharpdigital-proposal-template/img/sharp_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37160"/>
            <a:ext cx="1280160" cy="365760"/>
          </a:xfrm>
          <a:prstGeom prst="rect">
            <a:avLst/>
          </a:prstGeom>
        </p:spPr>
      </p:pic>
      <p:pic>
        <p:nvPicPr>
          <p:cNvPr id="4" name="Image 1" descr="/Users/phoenixlab/Projects/sharp/sharpdigital-proposal-template/public/img/services_b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640080"/>
            <a:ext cx="12191695" cy="5760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640080"/>
            <a:ext cx="12191695" cy="5760720"/>
          </a:xfrm>
          <a:prstGeom prst="rect">
            <a:avLst/>
          </a:prstGeom>
          <a:solidFill>
            <a:srgbClr val="333333">
              <a:alpha val="6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[Project topic]</a:t>
            </a:r>
            <a:endParaRPr lang="en-US" sz="6000" dirty="0"/>
          </a:p>
        </p:txBody>
      </p:sp>
      <p:sp>
        <p:nvSpPr>
          <p:cNvPr id="7" name="Shape 3"/>
          <p:cNvSpPr/>
          <p:nvPr/>
        </p:nvSpPr>
        <p:spPr>
          <a:xfrm>
            <a:off x="822960" y="3840480"/>
            <a:ext cx="5486400" cy="54864"/>
          </a:xfrm>
          <a:prstGeom prst="rect">
            <a:avLst/>
          </a:prstGeom>
          <a:solidFill>
            <a:srgbClr val="D41F21"/>
          </a:solidFill>
          <a:ln w="12700">
            <a:solidFill>
              <a:srgbClr val="D41F2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0" y="54864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 name]</a:t>
            </a:r>
            <a:pPr algn="r" indent="0" marL="0">
              <a:buNone/>
            </a:pP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[Proposal date]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pic>
        <p:nvPicPr>
          <p:cNvPr id="3" name="Image 0" descr="/Users/phoenixlab/Projects/sharp/sharpdigital-proposal-template/img/sharp_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37160"/>
            <a:ext cx="1280160" cy="365760"/>
          </a:xfrm>
          <a:prstGeom prst="rect">
            <a:avLst/>
          </a:prstGeom>
        </p:spPr>
      </p:pic>
      <p:pic>
        <p:nvPicPr>
          <p:cNvPr id="4" name="Image 1" descr="/Users/phoenixlab/Projects/sharp/sharpdigital-proposal-template/public/img/about_b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640080"/>
            <a:ext cx="12191695" cy="16916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640080"/>
            <a:ext cx="12191695" cy="1691640"/>
          </a:xfrm>
          <a:prstGeom prst="rect">
            <a:avLst/>
          </a:prstGeom>
          <a:solidFill>
            <a:srgbClr val="333333">
              <a:alpha val="6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822960" y="640080"/>
            <a:ext cx="10515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About #sharp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822960" y="2221992"/>
            <a:ext cx="1645920" cy="54864"/>
          </a:xfrm>
          <a:prstGeom prst="rect">
            <a:avLst/>
          </a:prstGeom>
          <a:solidFill>
            <a:srgbClr val="D41F21"/>
          </a:solidFill>
          <a:ln w="12700">
            <a:solidFill>
              <a:srgbClr val="D41F2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About us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288036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transformation consultancy bridging vision and execution.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combine deep business acumen with cutting-edge technical expertise.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Collaborative, data-driven, focused on sustainable, measurable results.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40080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us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0" y="288036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outcomes, measured in weeks — not vague programmes.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transformation framework grounded in twelve years of practice.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Robust, repeatable digital processes — not bespoke heroics.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name what is in scope, what is not, and why.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pic>
        <p:nvPicPr>
          <p:cNvPr id="3" name="Image 0" descr="/Users/phoenixlab/Projects/sharp/sharpdigital-proposal-template/img/sharp_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37160"/>
            <a:ext cx="1280160" cy="365760"/>
          </a:xfrm>
          <a:prstGeom prst="rect">
            <a:avLst/>
          </a:prstGeom>
        </p:spPr>
      </p:pic>
      <p:pic>
        <p:nvPicPr>
          <p:cNvPr id="4" name="Image 1" descr="/Users/phoenixlab/Projects/sharp/sharpdigital-proposal-template/public/img/analys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640080"/>
            <a:ext cx="12191695" cy="16916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640080"/>
            <a:ext cx="12191695" cy="1691640"/>
          </a:xfrm>
          <a:prstGeom prst="rect">
            <a:avLst/>
          </a:prstGeom>
          <a:solidFill>
            <a:srgbClr val="333333">
              <a:alpha val="6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822960" y="640080"/>
            <a:ext cx="10515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 brief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822960" y="2221992"/>
            <a:ext cx="1645920" cy="54864"/>
          </a:xfrm>
          <a:prstGeom prst="rect">
            <a:avLst/>
          </a:prstGeom>
          <a:solidFill>
            <a:srgbClr val="D41F21"/>
          </a:solidFill>
          <a:ln w="12700">
            <a:solidFill>
              <a:srgbClr val="D41F2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2468880"/>
            <a:ext cx="105156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[Problem statement — one line]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[Key goal 1 — what the client wants to achieve]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[Key goal 2]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[Scope boundary — what is in / out]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[Constraint or dependency the client flagged]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pic>
        <p:nvPicPr>
          <p:cNvPr id="3" name="Image 0" descr="/Users/phoenixlab/Projects/sharp/sharpdigital-proposal-template/img/sharp_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37160"/>
            <a:ext cx="1280160" cy="365760"/>
          </a:xfrm>
          <a:prstGeom prst="rect">
            <a:avLst/>
          </a:prstGeom>
        </p:spPr>
      </p:pic>
      <p:pic>
        <p:nvPicPr>
          <p:cNvPr id="4" name="Image 1" descr="/Users/phoenixlab/Projects/sharp/sharpdigital-proposal-template/public/img/automatio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640080"/>
            <a:ext cx="12191695" cy="16916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640080"/>
            <a:ext cx="12191695" cy="1691640"/>
          </a:xfrm>
          <a:prstGeom prst="rect">
            <a:avLst/>
          </a:prstGeom>
          <a:solidFill>
            <a:srgbClr val="333333">
              <a:alpha val="6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822960" y="640080"/>
            <a:ext cx="10515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Proposed solutions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822960" y="2221992"/>
            <a:ext cx="1645920" cy="54864"/>
          </a:xfrm>
          <a:prstGeom prst="rect">
            <a:avLst/>
          </a:prstGeom>
          <a:solidFill>
            <a:srgbClr val="D41F21"/>
          </a:solidFill>
          <a:ln w="12700">
            <a:solidFill>
              <a:srgbClr val="D41F2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2468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 [Card title]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283464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[Description ≤ 15 words explaining the solution.]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22960" y="411480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[outcome ≤ 10 words].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" y="5257800"/>
            <a:ext cx="196596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5349240"/>
            <a:ext cx="982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[N] days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805940" y="5349240"/>
            <a:ext cx="982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1F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£[N,NNN]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971800" y="2468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 [Card title]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971800" y="283464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[Description ≤ 15 words explaining the solution.]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971800" y="411480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[outcome ≤ 10 words].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971800" y="5257800"/>
            <a:ext cx="196596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71800" y="5349240"/>
            <a:ext cx="982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[N] days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954780" y="5349240"/>
            <a:ext cx="982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1F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£[N,NNN]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120640" y="2468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 [Card title]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120640" y="283464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[Description ≤ 15 words explaining the solution.]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120640" y="411480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[outcome ≤ 10 words].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120640" y="5257800"/>
            <a:ext cx="196596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120640" y="5349240"/>
            <a:ext cx="982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[N] days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103620" y="5349240"/>
            <a:ext cx="982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1F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£[N,NNN]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269480" y="2468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 [Card title]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7269480" y="283464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[Description ≤ 15 words explaining the solution.]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7269480" y="411480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[outcome ≤ 10 words].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7269480" y="5257800"/>
            <a:ext cx="196596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269480" y="5349240"/>
            <a:ext cx="982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[N] days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8252460" y="5349240"/>
            <a:ext cx="982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1F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£[N,NNN]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9418320" y="2468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5. [Card title]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9418320" y="283464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[Description ≤ 15 words explaining the solution.]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9418320" y="411480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[outcome ≤ 10 words].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9418320" y="5257800"/>
            <a:ext cx="196596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9418320" y="5349240"/>
            <a:ext cx="982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[N] days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10401300" y="5349240"/>
            <a:ext cx="982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1F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£[N,NNN]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prices exclude VAT.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pic>
        <p:nvPicPr>
          <p:cNvPr id="3" name="Image 0" descr="/Users/phoenixlab/Projects/sharp/sharpdigital-proposal-template/img/sharp_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37160"/>
            <a:ext cx="1280160" cy="365760"/>
          </a:xfrm>
          <a:prstGeom prst="rect">
            <a:avLst/>
          </a:prstGeom>
        </p:spPr>
      </p:pic>
      <p:pic>
        <p:nvPicPr>
          <p:cNvPr id="4" name="Image 1" descr="/Users/phoenixlab/Projects/sharp/sharpdigital-proposal-template/public/img/contact_b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640080"/>
            <a:ext cx="12191695" cy="16916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640080"/>
            <a:ext cx="12191695" cy="1691640"/>
          </a:xfrm>
          <a:prstGeom prst="rect">
            <a:avLst/>
          </a:prstGeom>
          <a:solidFill>
            <a:srgbClr val="333333">
              <a:alpha val="6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822960" y="640080"/>
            <a:ext cx="10515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822960" y="2221992"/>
            <a:ext cx="1645920" cy="54864"/>
          </a:xfrm>
          <a:prstGeom prst="rect">
            <a:avLst/>
          </a:prstGeom>
          <a:solidFill>
            <a:srgbClr val="D41F21"/>
          </a:solidFill>
          <a:ln w="12700">
            <a:solidFill>
              <a:srgbClr val="D41F2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24688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[Client action — e.g. confirm preferred option(s) by date]</a:t>
            </a:r>
            <a:pPr indent="0" marL="0">
              <a:spcAft>
                <a:spcPts val="1600"/>
              </a:spcAft>
              <a:buNone/>
            </a:pPr>
            <a:r>
              <a:rPr lang="en-US" sz="2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[#sharp action — e.g. kickoff workshop on agreed date]</a:t>
            </a:r>
            <a:pPr indent="0" marL="0">
              <a:spcAft>
                <a:spcPts val="1600"/>
              </a:spcAft>
              <a:buNone/>
            </a:pPr>
            <a:r>
              <a:rPr lang="en-US" sz="2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[Optional joint action]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[Name] · [email] · [booking link]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#sharp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#sharp · Proposal · Template</dc:title>
  <dc:subject>Proposal deck template</dc:subject>
  <dc:creator>PptxGenJS</dc:creator>
  <cp:lastModifiedBy>PptxGenJS</cp:lastModifiedBy>
  <cp:revision>1</cp:revision>
  <dcterms:created xsi:type="dcterms:W3CDTF">2026-05-05T06:34:13Z</dcterms:created>
  <dcterms:modified xsi:type="dcterms:W3CDTF">2026-05-05T06:34:13Z</dcterms:modified>
</cp:coreProperties>
</file>